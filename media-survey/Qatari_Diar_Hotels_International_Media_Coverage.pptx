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A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1A1C"/>
                </a:solidFill>
                <a:latin typeface="Calibri"/>
              </a:rPr>
              <a:t>Articles by language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Articles</c:v>
                </c:pt>
              </c:strCache>
            </c:strRef>
          </c:tx>
          <c:spPr>
            <a:solidFill>
              <a:srgbClr val="8A15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English</c:v>
                  </c:pt>
                  <c:pt idx="1">
                    <c:v>Spanish</c:v>
                  </c:pt>
                  <c:pt idx="2">
                    <c:v>German</c:v>
                  </c:pt>
                  <c:pt idx="3">
                    <c:v>French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A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1A1C"/>
                </a:solidFill>
                <a:latin typeface="Calibri"/>
              </a:rPr>
              <a:t>Articles by media sector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Articles</c:v>
                </c:pt>
              </c:strCache>
            </c:strRef>
          </c:tx>
          <c:spPr>
            <a:solidFill>
              <a:srgbClr val="C2A2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News &amp; business</c:v>
                  </c:pt>
                  <c:pt idx="1">
                    <c:v>Real estate</c:v>
                  </c:pt>
                  <c:pt idx="2">
                    <c:v>Architecture &amp; design</c:v>
                  </c:pt>
                  <c:pt idx="3">
                    <c:v>Hospitality &amp; travel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allpaper.com/travel/hotels/the-chancery-rosewood-london-review" TargetMode="External"/><Relationship Id="rId2" Type="http://schemas.openxmlformats.org/officeDocument/2006/relationships/hyperlink" Target="https://monocle.com/travel/hospitality/inside-londons-chancery-rosewood-hotel/" TargetMode="External"/><Relationship Id="rId3" Type="http://schemas.openxmlformats.org/officeDocument/2006/relationships/hyperlink" Target="https://www.timeout.com/london/news/its-official-the-worlds-best-new-luxury-hotel-opened-in-london-this-year-122025" TargetMode="External"/><Relationship Id="rId4" Type="http://schemas.openxmlformats.org/officeDocument/2006/relationships/hyperlink" Target="https://www.ribaj.com/intelligence/making-buildings-us-embassy-chancery-rosewood-hotel-david-chipperfield-architects/" TargetMode="External"/><Relationship Id="rId5" Type="http://schemas.openxmlformats.org/officeDocument/2006/relationships/hyperlink" Target="https://www.bisnow.com/news/london/construction-development/qatari-development-completes-grosvenor-square-transformation-from-little-america-to-luxury-playground-107999" TargetMode="External"/><Relationship Id="rId6" Type="http://schemas.openxmlformats.org/officeDocument/2006/relationships/hyperlink" Target="https://www.costar.com/article/1062477359/qatari-diar-agrees-450-million-refinancing-for-grosvenor-square-rosewood-hotel" TargetMode="External"/><Relationship Id="rId7" Type="http://schemas.openxmlformats.org/officeDocument/2006/relationships/hyperlink" Target="https://hospitality-on.com/en/hospitality/chancery-rosewood-opens-londons-grosvenor-square" TargetMode="External"/><Relationship Id="rId8" Type="http://schemas.openxmlformats.org/officeDocument/2006/relationships/hyperlink" Target="https://www.globaltravelerusa.com/former-american-embassy-in-london-opens-as-upscale-chancery-rosewood-hotel/" TargetMode="External"/><Relationship Id="rId9" Type="http://schemas.openxmlformats.org/officeDocument/2006/relationships/hyperlink" Target="https://www.luxurytravelmag.com.au/news/chancery-rosewood-mayfair" TargetMode="External"/><Relationship Id="rId10" Type="http://schemas.openxmlformats.org/officeDocument/2006/relationships/hyperlink" Target="https://www.listmag.com/en/travel-and-stay/luxury-travel/hotel-review-the-chancery-rosewood-london-4164" TargetMode="External"/><Relationship Id="rId11" Type="http://schemas.openxmlformats.org/officeDocument/2006/relationships/hyperlink" Target="https://www.voyages-d-affaires.com/rosewood-ambassade-americaine-londres-20250904.html" TargetMode="External"/><Relationship Id="rId12" Type="http://schemas.openxmlformats.org/officeDocument/2006/relationships/hyperlink" Target="https://forbes.es/forbestravel/671347/la-antigua-embajada-estadounidense-en-londres-se-convierte-en-un-hotel-de-lujo/" TargetMode="External"/><Relationship Id="rId13" Type="http://schemas.openxmlformats.org/officeDocument/2006/relationships/hyperlink" Target="https://www.eldebate.com/estilo-vida/viajar/20250916/embajada-estados-unidos-convierte-hotel-construccion-cara-historia-londres_334729.html" TargetMode="External"/><Relationship Id="rId14" Type="http://schemas.openxmlformats.org/officeDocument/2006/relationships/hyperlink" Target="https://www.idealista.com/news/inmobiliario/hoteles/2025/12/22/873009-la-espectacular-metamorfosis-de-una-embajada-en-londres-en-hotel-de-lujo" TargetMode="External"/><Relationship Id="rId15" Type="http://schemas.openxmlformats.org/officeDocument/2006/relationships/hyperlink" Target="https://reisetopia.ch/news/the-chancery-rosewood-london/" TargetMode="External"/><Relationship Id="rId16" Type="http://schemas.openxmlformats.org/officeDocument/2006/relationships/hyperlink" Target="https://first-class-and-more.de/the-chancery-rosewood-londons-neue-luxusadresse-startet-im-september" TargetMode="Externa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mayor.dc.gov/release/mayor-bowser-celebrates-opening-conrad-washington-dc" TargetMode="External"/><Relationship Id="rId2" Type="http://schemas.openxmlformats.org/officeDocument/2006/relationships/hyperlink" Target="https://www.hotelnewsresource.com/article104501.html" TargetMode="External"/><Relationship Id="rId3" Type="http://schemas.openxmlformats.org/officeDocument/2006/relationships/hyperlink" Target="https://www.popville.com/2019/03/conrad-washington-dc-hotel-open/" TargetMode="External"/><Relationship Id="rId4" Type="http://schemas.openxmlformats.org/officeDocument/2006/relationships/hyperlink" Target="https://www.bisnow.com/news/washington-dc/hotel/hines-qatari-fund-break-ground-at-citycenters-conrad-hotel-62055" TargetMode="External"/><Relationship Id="rId5" Type="http://schemas.openxmlformats.org/officeDocument/2006/relationships/hyperlink" Target="https://archive.hotelbusiness.com/construction-begins-on-conrad-washington-dc/" TargetMode="External"/><Relationship Id="rId6" Type="http://schemas.openxmlformats.org/officeDocument/2006/relationships/hyperlink" Target="https://www.hotel-online.com/news/hines-and-qatari-diar-begin-construction-on-conrad-hotel-at-citycenterdc" TargetMode="External"/><Relationship Id="rId7" Type="http://schemas.openxmlformats.org/officeDocument/2006/relationships/hyperlink" Target="https://www.cladglobal.com/CLADnews/architecture-design/Herzog--de-Meuron-Conrad-Hotels-and-Resorts-Hilton-Worldwide-HKS-Architects-Washington-DC-Bryan-Voltaggio-CityCenterDC/325191" TargetMode="External"/><Relationship Id="rId8" Type="http://schemas.openxmlformats.org/officeDocument/2006/relationships/hyperlink" Target="https://hoteldesigns.net/industry-news/construction-begins-on-conrad-washington-d-c/" TargetMode="External"/><Relationship Id="rId9" Type="http://schemas.openxmlformats.org/officeDocument/2006/relationships/hyperlink" Target="https://www.swfinstitute.org/news/17365/hines-and-qatari-diar-can-move-forward-on-conrad-washington-d-c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allpaper.com/travel/hotels/the-chancery-rosewood-london-review" TargetMode="External"/><Relationship Id="rId3" Type="http://schemas.openxmlformats.org/officeDocument/2006/relationships/hyperlink" Target="https://www.wallpaper.com/travel/hotels/the-chancery-rosewood-london-review" TargetMode="External"/><Relationship Id="rId4" Type="http://schemas.openxmlformats.org/officeDocument/2006/relationships/hyperlink" Target="https://www.wallpaper.com/travel/hotels/the-chancery-rosewood-london-review" TargetMode="External"/><Relationship Id="rId1" Type="http://schemas.openxmlformats.org/officeDocument/2006/relationships/image" Target="../media/image-6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onocle.com/travel/hospitality/inside-londons-chancery-rosewood-hotel/" TargetMode="External"/><Relationship Id="rId3" Type="http://schemas.openxmlformats.org/officeDocument/2006/relationships/hyperlink" Target="https://monocle.com/travel/hospitality/inside-londons-chancery-rosewood-hotel/" TargetMode="External"/><Relationship Id="rId4" Type="http://schemas.openxmlformats.org/officeDocument/2006/relationships/hyperlink" Target="https://monocle.com/travel/hospitality/inside-londons-chancery-rosewood-hotel/" TargetMode="External"/><Relationship Id="rId1" Type="http://schemas.openxmlformats.org/officeDocument/2006/relationships/image" Target="../media/image-7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meout.com/london/news/its-official-the-worlds-best-new-luxury-hotel-opened-in-london-this-year-122025" TargetMode="External"/><Relationship Id="rId3" Type="http://schemas.openxmlformats.org/officeDocument/2006/relationships/hyperlink" Target="https://www.timeout.com/london/news/its-official-the-worlds-best-new-luxury-hotel-opened-in-london-this-year-122025" TargetMode="External"/><Relationship Id="rId4" Type="http://schemas.openxmlformats.org/officeDocument/2006/relationships/hyperlink" Target="https://www.timeout.com/london/news/its-official-the-worlds-best-new-luxury-hotel-opened-in-london-this-year-122025" TargetMode="External"/><Relationship Id="rId1" Type="http://schemas.openxmlformats.org/officeDocument/2006/relationships/image" Target="../media/image-8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ibaj.com/intelligence/making-buildings-us-embassy-chancery-rosewood-hotel-david-chipperfield-architects/" TargetMode="External"/><Relationship Id="rId3" Type="http://schemas.openxmlformats.org/officeDocument/2006/relationships/hyperlink" Target="https://www.ribaj.com/intelligence/making-buildings-us-embassy-chancery-rosewood-hotel-david-chipperfield-architects/" TargetMode="External"/><Relationship Id="rId4" Type="http://schemas.openxmlformats.org/officeDocument/2006/relationships/hyperlink" Target="https://www.ribaj.com/intelligence/making-buildings-us-embassy-chancery-rosewood-hotel-david-chipperfield-architects/" TargetMode="External"/><Relationship Id="rId1" Type="http://schemas.openxmlformats.org/officeDocument/2006/relationships/image" Target="../media/image-9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snow.com/news/london/construction-development/qatari-development-completes-grosvenor-square-transformation-from-little-america-to-luxury-playground-107999" TargetMode="External"/><Relationship Id="rId3" Type="http://schemas.openxmlformats.org/officeDocument/2006/relationships/hyperlink" Target="https://www.bisnow.com/news/london/construction-development/qatari-development-completes-grosvenor-square-transformation-from-little-america-to-luxury-playground-107999" TargetMode="External"/><Relationship Id="rId4" Type="http://schemas.openxmlformats.org/officeDocument/2006/relationships/hyperlink" Target="https://www.bisnow.com/news/london/construction-development/qatari-development-completes-grosvenor-square-transformation-from-little-america-to-luxury-playground-107999" TargetMode="External"/><Relationship Id="rId1" Type="http://schemas.openxmlformats.org/officeDocument/2006/relationships/image" Target="../media/image-10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star.com/article/1062477359/qatari-diar-agrees-450-million-refinancing-for-grosvenor-square-rosewood-hotel" TargetMode="External"/><Relationship Id="rId3" Type="http://schemas.openxmlformats.org/officeDocument/2006/relationships/hyperlink" Target="https://www.costar.com/article/1062477359/qatari-diar-agrees-450-million-refinancing-for-grosvenor-square-rosewood-hotel" TargetMode="External"/><Relationship Id="rId4" Type="http://schemas.openxmlformats.org/officeDocument/2006/relationships/hyperlink" Target="https://www.costar.com/article/1062477359/qatari-diar-agrees-450-million-refinancing-for-grosvenor-square-rosewood-hotel" TargetMode="External"/><Relationship Id="rId1" Type="http://schemas.openxmlformats.org/officeDocument/2006/relationships/image" Target="../media/image-11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hospitality-on.com/en/hospitality/chancery-rosewood-opens-londons-grosvenor-square" TargetMode="External"/><Relationship Id="rId3" Type="http://schemas.openxmlformats.org/officeDocument/2006/relationships/hyperlink" Target="https://hospitality-on.com/en/hospitality/chancery-rosewood-opens-londons-grosvenor-square" TargetMode="External"/><Relationship Id="rId4" Type="http://schemas.openxmlformats.org/officeDocument/2006/relationships/hyperlink" Target="https://hospitality-on.com/en/hospitality/chancery-rosewood-opens-londons-grosvenor-square" TargetMode="External"/><Relationship Id="rId1" Type="http://schemas.openxmlformats.org/officeDocument/2006/relationships/image" Target="../media/image-12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lobaltravelerusa.com/former-american-embassy-in-london-opens-as-upscale-chancery-rosewood-hotel/" TargetMode="External"/><Relationship Id="rId3" Type="http://schemas.openxmlformats.org/officeDocument/2006/relationships/hyperlink" Target="https://www.globaltravelerusa.com/former-american-embassy-in-london-opens-as-upscale-chancery-rosewood-hotel/" TargetMode="External"/><Relationship Id="rId4" Type="http://schemas.openxmlformats.org/officeDocument/2006/relationships/hyperlink" Target="https://www.globaltravelerusa.com/former-american-embassy-in-london-opens-as-upscale-chancery-rosewood-hotel/" TargetMode="External"/><Relationship Id="rId1" Type="http://schemas.openxmlformats.org/officeDocument/2006/relationships/image" Target="../media/image-13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xurytravelmag.com.au/news/chancery-rosewood-mayfair" TargetMode="External"/><Relationship Id="rId3" Type="http://schemas.openxmlformats.org/officeDocument/2006/relationships/hyperlink" Target="https://www.luxurytravelmag.com.au/news/chancery-rosewood-mayfair" TargetMode="External"/><Relationship Id="rId4" Type="http://schemas.openxmlformats.org/officeDocument/2006/relationships/hyperlink" Target="https://www.luxurytravelmag.com.au/news/chancery-rosewood-mayfair" TargetMode="External"/><Relationship Id="rId1" Type="http://schemas.openxmlformats.org/officeDocument/2006/relationships/image" Target="../media/image-14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stmag.com/en/travel-and-stay/luxury-travel/hotel-review-the-chancery-rosewood-london-4164" TargetMode="External"/><Relationship Id="rId3" Type="http://schemas.openxmlformats.org/officeDocument/2006/relationships/hyperlink" Target="https://www.listmag.com/en/travel-and-stay/luxury-travel/hotel-review-the-chancery-rosewood-london-4164" TargetMode="External"/><Relationship Id="rId4" Type="http://schemas.openxmlformats.org/officeDocument/2006/relationships/hyperlink" Target="https://www.listmag.com/en/travel-and-stay/luxury-travel/hotel-review-the-chancery-rosewood-london-4164" TargetMode="External"/><Relationship Id="rId1" Type="http://schemas.openxmlformats.org/officeDocument/2006/relationships/image" Target="../media/image-15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yages-d-affaires.com/rosewood-ambassade-americaine-londres-20250904.html" TargetMode="External"/><Relationship Id="rId3" Type="http://schemas.openxmlformats.org/officeDocument/2006/relationships/hyperlink" Target="https://www.voyages-d-affaires.com/rosewood-ambassade-americaine-londres-20250904.html" TargetMode="External"/><Relationship Id="rId4" Type="http://schemas.openxmlformats.org/officeDocument/2006/relationships/hyperlink" Target="https://www.voyages-d-affaires.com/rosewood-ambassade-americaine-londres-20250904.html" TargetMode="External"/><Relationship Id="rId1" Type="http://schemas.openxmlformats.org/officeDocument/2006/relationships/image" Target="../media/image-16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forbes.es/forbestravel/671347/la-antigua-embajada-estadounidense-en-londres-se-convierte-en-un-hotel-de-lujo/" TargetMode="External"/><Relationship Id="rId3" Type="http://schemas.openxmlformats.org/officeDocument/2006/relationships/hyperlink" Target="https://forbes.es/forbestravel/671347/la-antigua-embajada-estadounidense-en-londres-se-convierte-en-un-hotel-de-lujo/" TargetMode="External"/><Relationship Id="rId4" Type="http://schemas.openxmlformats.org/officeDocument/2006/relationships/hyperlink" Target="https://forbes.es/forbestravel/671347/la-antigua-embajada-estadounidense-en-londres-se-convierte-en-un-hotel-de-lujo/" TargetMode="External"/><Relationship Id="rId1" Type="http://schemas.openxmlformats.org/officeDocument/2006/relationships/image" Target="../media/image-17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debate.com/estilo-vida/viajar/20250916/embajada-estados-unidos-convierte-hotel-construccion-cara-historia-londres_334729.html" TargetMode="External"/><Relationship Id="rId3" Type="http://schemas.openxmlformats.org/officeDocument/2006/relationships/hyperlink" Target="https://www.eldebate.com/estilo-vida/viajar/20250916/embajada-estados-unidos-convierte-hotel-construccion-cara-historia-londres_334729.html" TargetMode="External"/><Relationship Id="rId4" Type="http://schemas.openxmlformats.org/officeDocument/2006/relationships/hyperlink" Target="https://www.eldebate.com/estilo-vida/viajar/20250916/embajada-estados-unidos-convierte-hotel-construccion-cara-historia-londres_334729.html" TargetMode="External"/><Relationship Id="rId1" Type="http://schemas.openxmlformats.org/officeDocument/2006/relationships/image" Target="../media/image-18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dealista.com/news/inmobiliario/hoteles/2025/12/22/873009-la-espectacular-metamorfosis-de-una-embajada-en-londres-en-hotel-de-lujo" TargetMode="External"/><Relationship Id="rId3" Type="http://schemas.openxmlformats.org/officeDocument/2006/relationships/hyperlink" Target="https://www.idealista.com/news/inmobiliario/hoteles/2025/12/22/873009-la-espectacular-metamorfosis-de-una-embajada-en-londres-en-hotel-de-lujo" TargetMode="External"/><Relationship Id="rId4" Type="http://schemas.openxmlformats.org/officeDocument/2006/relationships/hyperlink" Target="https://www.idealista.com/news/inmobiliario/hoteles/2025/12/22/873009-la-espectacular-metamorfosis-de-una-embajada-en-londres-en-hotel-de-lujo" TargetMode="External"/><Relationship Id="rId1" Type="http://schemas.openxmlformats.org/officeDocument/2006/relationships/image" Target="../media/image-19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reisetopia.ch/news/the-chancery-rosewood-london/" TargetMode="External"/><Relationship Id="rId3" Type="http://schemas.openxmlformats.org/officeDocument/2006/relationships/hyperlink" Target="https://reisetopia.ch/news/the-chancery-rosewood-london/" TargetMode="External"/><Relationship Id="rId4" Type="http://schemas.openxmlformats.org/officeDocument/2006/relationships/hyperlink" Target="https://reisetopia.ch/news/the-chancery-rosewood-london/" TargetMode="External"/><Relationship Id="rId1" Type="http://schemas.openxmlformats.org/officeDocument/2006/relationships/image" Target="../media/image-20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first-class-and-more.de/the-chancery-rosewood-londons-neue-luxusadresse-startet-im-september" TargetMode="External"/><Relationship Id="rId3" Type="http://schemas.openxmlformats.org/officeDocument/2006/relationships/hyperlink" Target="https://first-class-and-more.de/the-chancery-rosewood-londons-neue-luxusadresse-startet-im-september" TargetMode="External"/><Relationship Id="rId4" Type="http://schemas.openxmlformats.org/officeDocument/2006/relationships/hyperlink" Target="https://first-class-and-more.de/the-chancery-rosewood-londons-neue-luxusadresse-startet-im-september" TargetMode="External"/><Relationship Id="rId1" Type="http://schemas.openxmlformats.org/officeDocument/2006/relationships/image" Target="../media/image-21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mayor.dc.gov/release/mayor-bowser-celebrates-opening-conrad-washington-dc" TargetMode="External"/><Relationship Id="rId3" Type="http://schemas.openxmlformats.org/officeDocument/2006/relationships/hyperlink" Target="https://mayor.dc.gov/release/mayor-bowser-celebrates-opening-conrad-washington-dc" TargetMode="External"/><Relationship Id="rId4" Type="http://schemas.openxmlformats.org/officeDocument/2006/relationships/hyperlink" Target="https://mayor.dc.gov/release/mayor-bowser-celebrates-opening-conrad-washington-dc" TargetMode="External"/><Relationship Id="rId1" Type="http://schemas.openxmlformats.org/officeDocument/2006/relationships/image" Target="../media/image-23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telnewsresource.com/article104501.html" TargetMode="External"/><Relationship Id="rId3" Type="http://schemas.openxmlformats.org/officeDocument/2006/relationships/hyperlink" Target="https://www.hotelnewsresource.com/article104501.html" TargetMode="External"/><Relationship Id="rId4" Type="http://schemas.openxmlformats.org/officeDocument/2006/relationships/hyperlink" Target="https://www.hotelnewsresource.com/article104501.html" TargetMode="External"/><Relationship Id="rId1" Type="http://schemas.openxmlformats.org/officeDocument/2006/relationships/image" Target="../media/image-24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pville.com/2019/03/conrad-washington-dc-hotel-open/" TargetMode="External"/><Relationship Id="rId3" Type="http://schemas.openxmlformats.org/officeDocument/2006/relationships/hyperlink" Target="https://www.popville.com/2019/03/conrad-washington-dc-hotel-open/" TargetMode="External"/><Relationship Id="rId4" Type="http://schemas.openxmlformats.org/officeDocument/2006/relationships/hyperlink" Target="https://www.popville.com/2019/03/conrad-washington-dc-hotel-open/" TargetMode="External"/><Relationship Id="rId1" Type="http://schemas.openxmlformats.org/officeDocument/2006/relationships/image" Target="../media/image-25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snow.com/news/washington-dc/hotel/hines-qatari-fund-break-ground-at-citycenters-conrad-hotel-62055" TargetMode="External"/><Relationship Id="rId3" Type="http://schemas.openxmlformats.org/officeDocument/2006/relationships/hyperlink" Target="https://www.bisnow.com/news/washington-dc/hotel/hines-qatari-fund-break-ground-at-citycenters-conrad-hotel-62055" TargetMode="External"/><Relationship Id="rId4" Type="http://schemas.openxmlformats.org/officeDocument/2006/relationships/hyperlink" Target="https://www.bisnow.com/news/washington-dc/hotel/hines-qatari-fund-break-ground-at-citycenters-conrad-hotel-62055" TargetMode="External"/><Relationship Id="rId1" Type="http://schemas.openxmlformats.org/officeDocument/2006/relationships/image" Target="../media/image-26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hotelbusiness.com/construction-begins-on-conrad-washington-dc/" TargetMode="External"/><Relationship Id="rId3" Type="http://schemas.openxmlformats.org/officeDocument/2006/relationships/hyperlink" Target="https://archive.hotelbusiness.com/construction-begins-on-conrad-washington-dc/" TargetMode="External"/><Relationship Id="rId4" Type="http://schemas.openxmlformats.org/officeDocument/2006/relationships/hyperlink" Target="https://archive.hotelbusiness.com/construction-begins-on-conrad-washington-dc/" TargetMode="External"/><Relationship Id="rId1" Type="http://schemas.openxmlformats.org/officeDocument/2006/relationships/image" Target="../media/image-27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tel-online.com/news/hines-and-qatari-diar-begin-construction-on-conrad-hotel-at-citycenterdc" TargetMode="External"/><Relationship Id="rId3" Type="http://schemas.openxmlformats.org/officeDocument/2006/relationships/hyperlink" Target="https://www.hotel-online.com/news/hines-and-qatari-diar-begin-construction-on-conrad-hotel-at-citycenterdc" TargetMode="External"/><Relationship Id="rId4" Type="http://schemas.openxmlformats.org/officeDocument/2006/relationships/hyperlink" Target="https://www.hotel-online.com/news/hines-and-qatari-diar-begin-construction-on-conrad-hotel-at-citycenterdc" TargetMode="External"/><Relationship Id="rId1" Type="http://schemas.openxmlformats.org/officeDocument/2006/relationships/image" Target="../media/image-28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ladglobal.com/CLADnews/architecture-design/Herzog--de-Meuron-Conrad-Hotels-and-Resorts-Hilton-Worldwide-HKS-Architects-Washington-DC-Bryan-Voltaggio-CityCenterDC/325191" TargetMode="External"/><Relationship Id="rId3" Type="http://schemas.openxmlformats.org/officeDocument/2006/relationships/hyperlink" Target="https://www.cladglobal.com/CLADnews/architecture-design/Herzog--de-Meuron-Conrad-Hotels-and-Resorts-Hilton-Worldwide-HKS-Architects-Washington-DC-Bryan-Voltaggio-CityCenterDC/325191" TargetMode="External"/><Relationship Id="rId4" Type="http://schemas.openxmlformats.org/officeDocument/2006/relationships/hyperlink" Target="https://www.cladglobal.com/CLADnews/architecture-design/Herzog--de-Meuron-Conrad-Hotels-and-Resorts-Hilton-Worldwide-HKS-Architects-Washington-DC-Bryan-Voltaggio-CityCenterDC/325191" TargetMode="External"/><Relationship Id="rId1" Type="http://schemas.openxmlformats.org/officeDocument/2006/relationships/image" Target="../media/image-29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hoteldesigns.net/industry-news/construction-begins-on-conrad-washington-d-c/" TargetMode="External"/><Relationship Id="rId3" Type="http://schemas.openxmlformats.org/officeDocument/2006/relationships/hyperlink" Target="https://hoteldesigns.net/industry-news/construction-begins-on-conrad-washington-d-c/" TargetMode="External"/><Relationship Id="rId4" Type="http://schemas.openxmlformats.org/officeDocument/2006/relationships/hyperlink" Target="https://hoteldesigns.net/industry-news/construction-begins-on-conrad-washington-d-c/" TargetMode="External"/><Relationship Id="rId1" Type="http://schemas.openxmlformats.org/officeDocument/2006/relationships/image" Target="../media/image-30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wfinstitute.org/news/17365/hines-and-qatari-diar-can-move-forward-on-conrad-washington-d-c" TargetMode="External"/><Relationship Id="rId3" Type="http://schemas.openxmlformats.org/officeDocument/2006/relationships/hyperlink" Target="https://www.swfinstitute.org/news/17365/hines-and-qatari-diar-can-move-forward-on-conrad-washington-d-c" TargetMode="External"/><Relationship Id="rId4" Type="http://schemas.openxmlformats.org/officeDocument/2006/relationships/hyperlink" Target="https://www.swfinstitute.org/news/17365/hines-and-qatari-diar-can-move-forward-on-conrad-washington-d-c" TargetMode="External"/><Relationship Id="rId1" Type="http://schemas.openxmlformats.org/officeDocument/2006/relationships/image" Target="../media/image-31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orbes.com/sites/lauriewerner/2025/10/24/the-chancery-rosewood--londons-long-awaited--hotel-opens-its-doors/" TargetMode="External"/><Relationship Id="rId2" Type="http://schemas.openxmlformats.org/officeDocument/2006/relationships/hyperlink" Target="https://www.forbes.com/sites/nicoletrilivas/2025/04/01/a-new-hotel-is-coming-to-londons-former-american-embassy-in-september/" TargetMode="External"/><Relationship Id="rId3" Type="http://schemas.openxmlformats.org/officeDocument/2006/relationships/hyperlink" Target="https://www.dezeen.com/2025/10/09/david-chipperfield-architects-us-embassy-the-rosewood-chancery-london/" TargetMode="External"/><Relationship Id="rId4" Type="http://schemas.openxmlformats.org/officeDocument/2006/relationships/hyperlink" Target="https://www.boutiquehotelier.com/the-chancery-rosewood-london-opening-date/" TargetMode="External"/><Relationship Id="rId5" Type="http://schemas.openxmlformats.org/officeDocument/2006/relationships/hyperlink" Target="https://www.travelandtourworld.fr/news/article/the-chancery-rosewood-london-a-luxury-hotel-transforming-the-citys-hospitality-scene/" TargetMode="External"/><Relationship Id="rId6" Type="http://schemas.openxmlformats.org/officeDocument/2006/relationships/hyperlink" Target="https://www.hospitalitynet.org/announcement/41002625/conrad-washington-dc.html" TargetMode="External"/><Relationship Id="rId7" Type="http://schemas.openxmlformats.org/officeDocument/2006/relationships/hyperlink" Target="https://www.hotelmanagement.net/openings/conrad-washington-dc-opens-as-brand-s-first-property-nation-s-capital" TargetMode="External"/><Relationship Id="rId8" Type="http://schemas.openxmlformats.org/officeDocument/2006/relationships/hyperlink" Target="https://www.hotelmanagement.net/development/herzog-de-meuron-hks-inc-rottet-studio-combine-for-first-conrad-property-washington-dc" TargetMode="External"/><Relationship Id="rId9" Type="http://schemas.openxmlformats.org/officeDocument/2006/relationships/hyperlink" Target="https://www.commercialsearch.com/news/conrad-washington-dc-opens-doors/" TargetMode="External"/><Relationship Id="rId10" Type="http://schemas.openxmlformats.org/officeDocument/2006/relationships/hyperlink" Target="https://www.constructionweekonline.com/article-39870-work-starts-on-qatari-diars-conrad-washington-dc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0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2A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MEDIA COVERAGE REPORT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Qatari Diar Hotels in the Global Press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Non-Arabic coverage of The Chancery Rosewood, London and Conrad Washington, DC — with headline, publication, link and a live screenshot of every article.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A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2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with screenshots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4572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A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5212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identified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572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A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5212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27 September 2026</a:t>
            </a:r>
            <a:endParaRPr lang="en-US" sz="1000" dirty="0"/>
          </a:p>
        </p:txBody>
      </p:sp>
      <p:pic>
        <p:nvPicPr>
          <p:cNvPr id="12" name="Image 0" descr="shots/L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6720840" y="685800"/>
            <a:ext cx="4480560" cy="27980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13" name="Image 1" descr="shots/L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7818120" y="2240280"/>
            <a:ext cx="4480560" cy="27980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14" name="Image 2" descr="shots/U1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6949440" y="3931920"/>
            <a:ext cx="4480560" cy="27980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at a glance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landmark hotel developments by Qatari Diar drew coverage from international news, business, architecture and travel media across Europe, North America and Australia.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articles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54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Chancery Rosewood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articles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54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Conrad Washington, DC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of publication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54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UK, US, Spain, France and more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9202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articles listed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3054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that block screenshots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3749040"/>
          <a:ext cx="5486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6263640" y="3749040"/>
          <a:ext cx="5486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 coverage index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6108192"/>
                <a:gridCol w="10972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Wallpaper*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Chancery Rosewood: A new chapter for London’s modernist icon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wallpaper.com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a brutalist US embassy reborn as London’s newest Rosewood hotel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monocle.com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Out London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It’s official: the world’s best new luxury hotel opened in London this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timeout.com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RIBA Journal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Diplomatic framework: how London’s hulking former US Embassy was reborn as an opulent hotel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ribaj.com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Bisnow London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Qatari Development Completes Grosvenor Square Transformation From ‘Little America’ To Luxury Playground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bisnow.com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CoStar News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Qatari Diar agrees £450 million refinancing for Grosvenor Square Rosewood hotel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costar.com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 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Chancery Rosewood opens in London’s Grosvenor Square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edition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hospitality-on.com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Traveler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Former American Embassy in London Opens as Upscale Chancery Rosewood Hotel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globaltravelerusa.com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Travel Magazine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Chancery Rosewood transforms Mayfair’s former US Embassy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luxurytravelmag.com.au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Magazine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Review: The Chancery Rosewood, London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listmag.com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Voyages d’Affaires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Rosewood : haute diplomatie à Londres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voyages-d-affaires.com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Forbes España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antigua embajada estadounidense en Londres se convertirá en un hotel de lujo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forbes.es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Debate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embajada de Estados Unidos se convierte en el hotel con la construcción más cara de la historia de Londres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eldebate.com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idealista/news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espectacular metamorfosis de una embajada en Londres en hotel de lujo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idealista.com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reisetopia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Chancery Rosewood London: Neues Luxushotel am Grosvenor Square eröffnet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reisetopia.ch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Class &amp; More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Chancery Rosewood: Londons neue Luxusadresse eröffnet im September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first-class-and-more.de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Washington DC coverage index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6108192"/>
                <a:gridCol w="10972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DC Mayor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Bowser Celebrates the Opening of Conrad Washington, 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mayor.dc.gov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News 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 Washington, DC Hotel Opens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hotelnewsresource.com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PoPville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property’s signature restaurant, Estuary, features a menu helmed by James Beard Award recipients and “Top Chef” finalists, Bryan and Michael Voltaggio”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popville.com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Bisnow Washington 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Hines, Qatari Fund Break Ground At CityCenter’s Conrad Hotel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bisnow.com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Begins on Conrad Washington, 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archive.hotelbusiness.com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Online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Hines and Qatari Diar Begin Construction on Conrad Hotel at CityCenterDC in Washington, D.C.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hotel-online.com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CLADglobal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begins on Herzog &amp; de Meuron’s Conrad hotel in Washington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cladglobal.com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Designs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begins on Conrad Washington D.C.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hoteldesigns.net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Hines and Qatari Diar Can Move Forward on Conrad Washington, D.C.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swfinstitute.org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0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2A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Chancery Rosewood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US Embassy, Grosvenor Square, London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Qatari Diar Europe LLP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Eero Saarinen landmark restored by David Chipperfield Architects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1 September 2025 · 144 suites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non-Arabic articles captured</a:t>
            </a:r>
            <a:endParaRPr lang="en-US" sz="1400" dirty="0"/>
          </a:p>
        </p:txBody>
      </p:sp>
      <p:pic>
        <p:nvPicPr>
          <p:cNvPr id="6" name="Image 0" descr="shots/L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4846320" cy="30266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7" name="Image 1" descr="shots/L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291840"/>
            <a:ext cx="4114800" cy="25694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wallpaper.com</a:t>
            </a:r>
            <a:endParaRPr lang="en-US" sz="900" dirty="0"/>
          </a:p>
        </p:txBody>
      </p:sp>
      <p:pic>
        <p:nvPicPr>
          <p:cNvPr id="11" name="Image 0" descr="Screenshot of the article on wallpaper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Wallpaper*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29944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Chancery Rosewood: A new chapter for London’s modernist icon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lifestyle magazine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October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https://www.wallpaper.com/travel/hotels/the-chancery-rosewood-london-review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monocle.com</a:t>
            </a:r>
            <a:endParaRPr lang="en-US" sz="900" dirty="0"/>
          </a:p>
        </p:txBody>
      </p:sp>
      <p:pic>
        <p:nvPicPr>
          <p:cNvPr id="11" name="Image 0" descr="Screenshot of the article on monocle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Monocle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29944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brutalist US embassy reborn as London’s newest Rosewood hotel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affairs &amp; design magazine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September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https://monocle.com/travel/hospitality/inside-londons-chancery-rosewood-hotel/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timeout.com</a:t>
            </a:r>
            <a:endParaRPr lang="en-US" sz="900" dirty="0"/>
          </a:p>
        </p:txBody>
      </p:sp>
      <p:pic>
        <p:nvPicPr>
          <p:cNvPr id="11" name="Image 0" descr="Screenshot of the article on timeout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Out London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29944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official: the world’s best new luxury hotel opened in London this year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news &amp; culture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December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https://www.timeout.com/london/news/its-official-the-worlds-best-new-luxury-hotel-opened-in-london-this-year-122025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ribaj.com</a:t>
            </a:r>
            <a:endParaRPr lang="en-US" sz="900" dirty="0"/>
          </a:p>
        </p:txBody>
      </p:sp>
      <p:pic>
        <p:nvPicPr>
          <p:cNvPr id="11" name="Image 0" descr="Screenshot of the article on ribaj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RIBA Journal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29944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Diplomatic framework: how London’s hulking former US Embassy was reborn as an opulent hotel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(Royal Institute of British Architects)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October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https://www.ribaj.com/intelligence/making-buildings-us-embassy-chancery-rosewood-hotel-david-chipperfield-architects/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bisnow.com</a:t>
            </a:r>
            <a:endParaRPr lang="en-US" sz="900" dirty="0"/>
          </a:p>
        </p:txBody>
      </p:sp>
      <p:pic>
        <p:nvPicPr>
          <p:cNvPr id="11" name="Image 0" descr="Screenshot of the article on bisnow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Bisnow London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/ USA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71092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1092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Qatari Development Completes Grosvenor Square Transformation From ‘Little America’ To Luxury Playground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real estate news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March 2021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https://www.bisnow.com/news/london/construction-development/qatari-development-completes-grosvenor-square-transformation-from-little-america-to-luxury-playground-107999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costar.com</a:t>
            </a:r>
            <a:endParaRPr lang="en-US" sz="900" dirty="0"/>
          </a:p>
        </p:txBody>
      </p:sp>
      <p:pic>
        <p:nvPicPr>
          <p:cNvPr id="11" name="Image 0" descr="Screenshot of the article on costar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CoStar News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/ United Kingdom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71092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1092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Qatari Diar agrees £450 million refinancing for Grosvenor Square Rosewood hotel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real estate intelligence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3" name="Text 20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https://www.costar.com/article/1062477359/qatari-diar-agrees-450-million-refinancing-for-grosvenor-square-rosewood-hotel</a:t>
            </a:r>
            <a:endParaRPr lang="en-US" sz="850" dirty="0"/>
          </a:p>
        </p:txBody>
      </p:sp>
      <p:sp>
        <p:nvSpPr>
          <p:cNvPr id="24" name="Shape 21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5" name="Text 22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hospitality-on.com</a:t>
            </a:r>
            <a:endParaRPr lang="en-US" sz="900" dirty="0"/>
          </a:p>
        </p:txBody>
      </p:sp>
      <p:pic>
        <p:nvPicPr>
          <p:cNvPr id="11" name="Image 0" descr="Screenshot of the article on hospitality-on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ON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134874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edition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Chancery Rosewood opens in London’s Grosvenor Square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industry media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September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https://hospitality-on.com/en/hospitality/chancery-rosewood-opens-londons-grosvenor-square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globaltravelerusa.com</a:t>
            </a:r>
            <a:endParaRPr lang="en-US" sz="900" dirty="0"/>
          </a:p>
        </p:txBody>
      </p:sp>
      <p:pic>
        <p:nvPicPr>
          <p:cNvPr id="11" name="Image 0" descr="Screenshot of the article on globaltravelerusa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Traveler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Former American Embassy in London Opens as Upscale Chancery Rosewood Hotel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travel magazine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December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https://www.globaltravelerusa.com/former-american-embassy-in-london-opens-as-upscale-chancery-rosewood-hotel/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luxurytravelmag.com.au</a:t>
            </a:r>
            <a:endParaRPr lang="en-US" sz="900" dirty="0"/>
          </a:p>
        </p:txBody>
      </p:sp>
      <p:pic>
        <p:nvPicPr>
          <p:cNvPr id="11" name="Image 0" descr="Screenshot of the article on luxurytravelmag.com.a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Travel Magazine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95654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5654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Chancery Rosewood transforms Mayfair’s former US Embassy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travel magazine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September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https://www.luxurytravelmag.com.au/news/chancery-rosewood-mayfair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listmag.com</a:t>
            </a:r>
            <a:endParaRPr lang="en-US" sz="900" dirty="0"/>
          </a:p>
        </p:txBody>
      </p:sp>
      <p:pic>
        <p:nvPicPr>
          <p:cNvPr id="11" name="Image 0" descr="Screenshot of the article on listmag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Magazine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Review: The Chancery Rosewood, London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lifestyle magazine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January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https://www.listmag.com/en/travel-and-stay/luxury-travel/hotel-review-the-chancery-rosewood-london-4164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voyages-d-affaires.com</a:t>
            </a:r>
            <a:endParaRPr lang="en-US" sz="900" dirty="0"/>
          </a:p>
        </p:txBody>
      </p:sp>
      <p:pic>
        <p:nvPicPr>
          <p:cNvPr id="11" name="Image 0" descr="Screenshot of the article on voyages-d-affaires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Voyages d’Affaires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Rosewood : haute diplomatie à Londres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 Rosewood: high diplomacy in London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0050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 magazine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3159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September 2025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5" name="Text 22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https://www.voyages-d-affaires.com/rosewood-ambassade-americaine-londres-20250904.html</a:t>
            </a:r>
            <a:endParaRPr lang="en-US" sz="850" dirty="0"/>
          </a:p>
        </p:txBody>
      </p:sp>
      <p:sp>
        <p:nvSpPr>
          <p:cNvPr id="26" name="Shape 23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7" name="Text 24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forbes.es</a:t>
            </a:r>
            <a:endParaRPr lang="en-US" sz="900" dirty="0"/>
          </a:p>
        </p:txBody>
      </p:sp>
      <p:pic>
        <p:nvPicPr>
          <p:cNvPr id="11" name="Image 0" descr="Screenshot of the article on forbes.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Forbes España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antigua embajada estadounidense en Londres se convertirá en un hotel de lujo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 The former US embassy in London will become a luxury hotel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0050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magazine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https://forbes.es/forbestravel/671347/la-antigua-embajada-estadounidense-en-londres-se-convierte-en-un-hotel-de-lujo/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eldebate.com</a:t>
            </a:r>
            <a:endParaRPr lang="en-US" sz="900" dirty="0"/>
          </a:p>
        </p:txBody>
      </p:sp>
      <p:pic>
        <p:nvPicPr>
          <p:cNvPr id="11" name="Image 0" descr="Screenshot of the article on eldebate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Debate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embajada de Estados Unidos se convierte en el hotel con la construcción más cara de la historia de Londres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 The US embassy becomes the most expensive hotel construction in London’s history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0050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daily newspaper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3159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September 2025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5" name="Text 22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https://www.eldebate.com/estilo-vida/viajar/20250916/embajada-estados-unidos-convierte-hotel-construccion-cara-historia-londres_334729.html</a:t>
            </a:r>
            <a:endParaRPr lang="en-US" sz="850" dirty="0"/>
          </a:p>
        </p:txBody>
      </p:sp>
      <p:sp>
        <p:nvSpPr>
          <p:cNvPr id="26" name="Shape 23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7" name="Text 24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idealista.com</a:t>
            </a:r>
            <a:endParaRPr lang="en-US" sz="900" dirty="0"/>
          </a:p>
        </p:txBody>
      </p:sp>
      <p:pic>
        <p:nvPicPr>
          <p:cNvPr id="11" name="Image 0" descr="Screenshot of the article on idealista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idealista/news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espectacular metamorfosis de una embajada en Londres en hotel de lujo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 The spectacular metamorphosis of a London embassy into a luxury hotel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0050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news portal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3159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December 2025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5" name="Text 22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https://www.idealista.com/news/inmobiliario/hoteles/2025/12/22/873009-la-espectacular-metamorfosis-de-una-embajada-en-londres-en-hotel-de-lujo</a:t>
            </a:r>
            <a:endParaRPr lang="en-US" sz="850" dirty="0"/>
          </a:p>
        </p:txBody>
      </p:sp>
      <p:sp>
        <p:nvSpPr>
          <p:cNvPr id="26" name="Shape 23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7" name="Text 24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reisetopia.ch</a:t>
            </a:r>
            <a:endParaRPr lang="en-US" sz="900" dirty="0"/>
          </a:p>
        </p:txBody>
      </p:sp>
      <p:pic>
        <p:nvPicPr>
          <p:cNvPr id="11" name="Image 0" descr="Screenshot of the article on reisetopia.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reisetopia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0744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093708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93708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Chancery Rosewood London: Neues Luxushotel am Grosvenor Square eröffnet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 New luxury hotel opens on Grosvenor Square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0050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news portal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3159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September 2025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5" name="Text 22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https://reisetopia.ch/news/the-chancery-rosewood-london/</a:t>
            </a:r>
            <a:endParaRPr lang="en-US" sz="850" dirty="0"/>
          </a:p>
        </p:txBody>
      </p:sp>
      <p:sp>
        <p:nvSpPr>
          <p:cNvPr id="26" name="Shape 23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7" name="Text 24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 ·  THE CHANCERY ROSEWOOD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first-class-and-more.de</a:t>
            </a:r>
            <a:endParaRPr lang="en-US" sz="900" dirty="0"/>
          </a:p>
        </p:txBody>
      </p:sp>
      <p:pic>
        <p:nvPicPr>
          <p:cNvPr id="11" name="Image 0" descr="Screenshot of the article on first-class-and-more.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Class &amp; More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19388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819388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Chancery Rosewood: Londons neue Luxusadresse eröffnet im September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 London’s new luxury address opens in September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0050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travel portal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3159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July 2025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5" name="Text 22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https://first-class-and-more.de/the-chancery-rosewood-londons-neue-luxusadresse-startet-im-september</a:t>
            </a:r>
            <a:endParaRPr lang="en-US" sz="850" dirty="0"/>
          </a:p>
        </p:txBody>
      </p:sp>
      <p:sp>
        <p:nvSpPr>
          <p:cNvPr id="26" name="Shape 23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7" name="Text 24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A0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2A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Conrad Washington, DC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CityCenterDC, New York Avenue, Washington DC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Hines and Qatari Diar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Herzog &amp; de Meuron · 360 rooms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began 2016 · opened 2019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non-Arabic articles captured</a:t>
            </a:r>
            <a:endParaRPr lang="en-US" sz="1400" dirty="0"/>
          </a:p>
        </p:txBody>
      </p:sp>
      <p:pic>
        <p:nvPicPr>
          <p:cNvPr id="6" name="Image 0" descr="shots/U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4846320" cy="30266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7" name="Image 1" descr="shots/U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291840"/>
            <a:ext cx="4114800" cy="25694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mayor.dc.gov</a:t>
            </a:r>
            <a:endParaRPr lang="en-US" sz="900" dirty="0"/>
          </a:p>
        </p:txBody>
      </p:sp>
      <p:pic>
        <p:nvPicPr>
          <p:cNvPr id="11" name="Image 0" descr="Screenshot of the article on mayor.dc.go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of the DC Mayor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Bowser Celebrates the Opening of Conrad Washington, DC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government release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April 2019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https://mayor.dc.gov/release/mayor-bowser-celebrates-opening-conrad-washington-dc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hotelnewsresource.com</a:t>
            </a:r>
            <a:endParaRPr lang="en-US" sz="900" dirty="0"/>
          </a:p>
        </p:txBody>
      </p:sp>
      <p:pic>
        <p:nvPicPr>
          <p:cNvPr id="11" name="Image 0" descr="Screenshot of the article on hotelnewsresource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News Resource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23086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3086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Conrad Washington, DC Hotel Opens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news wire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March 2019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https://www.hotelnewsresource.com/article104501.html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popville.com</a:t>
            </a:r>
            <a:endParaRPr lang="en-US" sz="900" dirty="0"/>
          </a:p>
        </p:txBody>
      </p:sp>
      <p:pic>
        <p:nvPicPr>
          <p:cNvPr id="11" name="Image 0" descr="Screenshot of the article on popville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PoPville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property’s signature restaurant, Estuary, features a menu helmed by James Beard Award recipients and “Top Chef” finalists, Bryan and Michael Voltaggio”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DC news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March 2019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https://www.popville.com/2019/03/conrad-washington-dc-hotel-open/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bisnow.com</a:t>
            </a:r>
            <a:endParaRPr lang="en-US" sz="900" dirty="0"/>
          </a:p>
        </p:txBody>
      </p:sp>
      <p:pic>
        <p:nvPicPr>
          <p:cNvPr id="11" name="Image 0" descr="Screenshot of the article on bisnow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Bisnow Washington DC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Hines, Qatari Fund Break Ground At CityCenter’s Conrad Hotel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real estate news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June 2016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https://www.bisnow.com/news/washington-dc/hotel/hines-qatari-fund-break-ground-at-citycenters-conrad-hotel-62055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archive.hotelbusiness.com</a:t>
            </a:r>
            <a:endParaRPr lang="en-US" sz="900" dirty="0"/>
          </a:p>
        </p:txBody>
      </p:sp>
      <p:pic>
        <p:nvPicPr>
          <p:cNvPr id="11" name="Image 0" descr="Screenshot of the article on archive.hotelbusiness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Business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Begins on Conrad Washington, DC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trade magazine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June 2016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https://archive.hotelbusiness.com/construction-begins-on-conrad-washington-dc/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hotel-online.com</a:t>
            </a:r>
            <a:endParaRPr lang="en-US" sz="900" dirty="0"/>
          </a:p>
        </p:txBody>
      </p:sp>
      <p:pic>
        <p:nvPicPr>
          <p:cNvPr id="11" name="Image 0" descr="Screenshot of the article on hotel-online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Online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Hines and Qatari Diar Begin Construction on Conrad Hotel at CityCenterDC in Washington, D.C.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industry news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June 2016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https://www.hotel-online.com/news/hines-and-qatari-diar-begin-construction-on-conrad-hotel-at-citycenterdc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cladglobal.com</a:t>
            </a:r>
            <a:endParaRPr lang="en-US" sz="900" dirty="0"/>
          </a:p>
        </p:txBody>
      </p:sp>
      <p:pic>
        <p:nvPicPr>
          <p:cNvPr id="11" name="Image 0" descr="Screenshot of the article on cladglobal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CLADglobal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29944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begins on Herzog &amp; de Meuron’s Conrad hotel in Washington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news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2016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https://www.cladglobal.com/CLADnews/architecture-design/Herzog--de-Meuron-Conrad-Hotels-and-Resorts-Hilton-Worldwide-HKS-Architects-Washington-DC-Bryan-Voltaggio-CityCenterDC/325191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hoteldesigns.net</a:t>
            </a:r>
            <a:endParaRPr lang="en-US" sz="900" dirty="0"/>
          </a:p>
        </p:txBody>
      </p:sp>
      <p:pic>
        <p:nvPicPr>
          <p:cNvPr id="11" name="Image 0" descr="Screenshot of the article on hoteldesigns.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Designs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29944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begins on Conrad Washington D.C.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design media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July 2016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https://hoteldesigns.net/industry-news/construction-begins-on-conrad-washington-d-c/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 ·  CONRAD WASHINGTON, DC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2952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040880" cy="471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7040880" cy="310896"/>
          </a:xfrm>
          <a:prstGeom prst="rect">
            <a:avLst/>
          </a:prstGeom>
          <a:solidFill>
            <a:srgbClr val="EDE8EA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77824"/>
            <a:ext cx="109728" cy="109728"/>
          </a:xfrm>
          <a:prstGeom prst="ellipse">
            <a:avLst/>
          </a:prstGeom>
          <a:solidFill>
            <a:srgbClr val="E0655A"/>
          </a:solidFill>
          <a:ln w="12700">
            <a:solidFill>
              <a:srgbClr val="E06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877824"/>
            <a:ext cx="109728" cy="109728"/>
          </a:xfrm>
          <a:prstGeom prst="ellipse">
            <a:avLst/>
          </a:prstGeom>
          <a:solidFill>
            <a:srgbClr val="E6B54C"/>
          </a:solidFill>
          <a:ln w="12700">
            <a:solidFill>
              <a:srgbClr val="E6B5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877824"/>
            <a:ext cx="109728" cy="109728"/>
          </a:xfrm>
          <a:prstGeom prst="ellipse">
            <a:avLst/>
          </a:prstGeom>
          <a:solidFill>
            <a:srgbClr val="5DBB63"/>
          </a:solidFill>
          <a:ln w="12700">
            <a:solidFill>
              <a:srgbClr val="5DB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832104"/>
            <a:ext cx="6126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832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swfinstitute.org</a:t>
            </a:r>
            <a:endParaRPr lang="en-US" sz="900" dirty="0"/>
          </a:p>
        </p:txBody>
      </p:sp>
      <p:pic>
        <p:nvPicPr>
          <p:cNvPr id="11" name="Image 0" descr="Screenshot of the article on swfinstitute.or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8136"/>
            <a:ext cx="7040880" cy="440055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59841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published article — captured 27 September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777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SWFI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50808" y="137160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0808" y="137160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1828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2084832"/>
            <a:ext cx="38221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Hines and Qatari Diar Can Move Forward on Conrad Washington, D.C.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3456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Wealth Fund Institute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4434840"/>
            <a:ext cx="3822192" cy="868680"/>
          </a:xfrm>
          <a:prstGeom prst="roundRect">
            <a:avLst>
              <a:gd name="adj" fmla="val 10526"/>
            </a:avLst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454456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LINK</a:t>
            </a:r>
            <a:endParaRPr lang="en-US" sz="900" dirty="0"/>
          </a:p>
        </p:txBody>
      </p:sp>
      <p:sp>
        <p:nvSpPr>
          <p:cNvPr id="24" name="Text 21">
            <a:hlinkClick r:id="rId2" tooltip=""/>
          </p:cNvPr>
          <p:cNvSpPr txBox="1"/>
          <p:nvPr/>
        </p:nvSpPr>
        <p:spPr>
          <a:xfrm>
            <a:off x="8092440" y="476402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https://www.swfinstitute.org/news/17365/hines-and-qatari-diar-can-move-forward-on-conrad-washington-d-c</a:t>
            </a:r>
            <a:endParaRPr lang="en-US" sz="850" dirty="0"/>
          </a:p>
        </p:txBody>
      </p:sp>
      <p:sp>
        <p:nvSpPr>
          <p:cNvPr id="25" name="Shape 22">
            <a:hlinkClick r:id="rId3" tooltip=""/>
          </p:cNvPr>
          <p:cNvSpPr/>
          <p:nvPr/>
        </p:nvSpPr>
        <p:spPr>
          <a:xfrm>
            <a:off x="7909560" y="54681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6" name="Text 23">
            <a:hlinkClick r:id="rId4" tooltip=""/>
          </p:cNvPr>
          <p:cNvSpPr txBox="1"/>
          <p:nvPr/>
        </p:nvSpPr>
        <p:spPr>
          <a:xfrm>
            <a:off x="7909560" y="5468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original article  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coverage identified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articles were located during research, but the publishers’ bot protection blocked automated screenshot capture. Open each link to view the article.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234440"/>
                <a:gridCol w="5029200"/>
                <a:gridCol w="162763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Chancery Rosewood: London’s Long-Awaited Hotel Opens Its Doors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forbes.com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Hotel Is Coming To London’s Former American Embassy In September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forbes.com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Chipperfield Architects transforms Saarinen-designed US Embassy into The Chancery Rosewood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dezeen.com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Boutique Hotelier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Chancery Rosewood officially opens in London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boutiquehotelier.com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And Tour World (FR)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Chancery Rosewood London : un hôtel de luxe qui transforme le paysage hôtelier de la ville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travelandtourworld.fr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 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Netherlands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Of Conrad Washington, DC Marks The Brand’s First Property In The Nation’s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hospitalitynet.org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 debuts in Washington, D.C.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hotelmanagement.net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Herzog &amp; de Meuron, HKS, Rottet Studio design first D.C. Conrad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hotelmanagement.net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Property Executive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 Washington, DC Opens Doors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commercialsearch.com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Week Online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 / International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starts on Qatari Diar’s Conrad Washington,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rgbClr val="8A15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constructionweekonline.com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A0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C2A26B"/>
          </a:solidFill>
          <a:ln w="12700">
            <a:solidFill>
              <a:srgbClr val="C2A2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0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7647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848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Non-Arabic media (English, French, Spanish, German) covering Qatari Diar’s London and Washington DC hotel developments.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C2A26B"/>
          </a:solidFill>
          <a:ln w="12700">
            <a:solidFill>
              <a:srgbClr val="C2A2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0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163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363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verbatim from each article page; non-English headlines include an English translation.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C2A26B"/>
          </a:solidFill>
          <a:ln w="12700">
            <a:solidFill>
              <a:srgbClr val="C2A2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0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8679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879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live from each publisher’s website on 27 September 2026; cookie banners were dismissed where possible.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C2A26B"/>
          </a:solidFill>
          <a:ln w="12700">
            <a:solidFill>
              <a:srgbClr val="C2A2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0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9194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395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article link in this deck is clickable and was confirmed to load at the time of capture.</a:t>
            </a:r>
            <a:endParaRPr lang="en-US" sz="1300" dirty="0"/>
          </a:p>
        </p:txBody>
      </p:sp>
      <p:pic>
        <p:nvPicPr>
          <p:cNvPr id="19" name="Image 0" descr="shots/L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188720"/>
            <a:ext cx="3749040" cy="23408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20" name="Image 1" descr="shots/U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749040"/>
            <a:ext cx="3749040" cy="23408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21" name="Text 1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Qatari Diar Hotels  |  International Media Coverage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Media Monitoring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Qatari Diar Hotels — International Media Coverage Report</dc:title>
  <dc:subject>PptxGenJS Presentation</dc:subject>
  <dc:creator>PptxGenJS</dc:creator>
  <cp:lastModifiedBy>PptxGenJS</cp:lastModifiedBy>
  <cp:revision>1</cp:revision>
  <dcterms:created xsi:type="dcterms:W3CDTF">2026-09-27T09:40:15Z</dcterms:created>
  <dcterms:modified xsi:type="dcterms:W3CDTF">2026-09-27T09:40:15Z</dcterms:modified>
</cp:coreProperties>
</file>